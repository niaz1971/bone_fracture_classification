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0DDF-6DF1-429F-956B-DDD0AF49941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9E26-F754-4FD9-87BF-B230932F4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10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0DDF-6DF1-429F-956B-DDD0AF49941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9E26-F754-4FD9-87BF-B230932F4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2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0DDF-6DF1-429F-956B-DDD0AF49941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9E26-F754-4FD9-87BF-B230932F4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6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0DDF-6DF1-429F-956B-DDD0AF49941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9E26-F754-4FD9-87BF-B230932F4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09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0DDF-6DF1-429F-956B-DDD0AF49941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9E26-F754-4FD9-87BF-B230932F4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79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0DDF-6DF1-429F-956B-DDD0AF49941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9E26-F754-4FD9-87BF-B230932F4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68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0DDF-6DF1-429F-956B-DDD0AF49941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9E26-F754-4FD9-87BF-B230932F4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45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0DDF-6DF1-429F-956B-DDD0AF49941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9E26-F754-4FD9-87BF-B230932F4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81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0DDF-6DF1-429F-956B-DDD0AF49941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9E26-F754-4FD9-87BF-B230932F4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0DDF-6DF1-429F-956B-DDD0AF49941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9E26-F754-4FD9-87BF-B230932F4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70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0DDF-6DF1-429F-956B-DDD0AF49941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9E26-F754-4FD9-87BF-B230932F4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03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30DDF-6DF1-429F-956B-DDD0AF49941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19E26-F754-4FD9-87BF-B230932F4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97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36" y="0"/>
            <a:ext cx="6115050" cy="3581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709" y="147498"/>
            <a:ext cx="4448389" cy="32864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5687" y="5037319"/>
            <a:ext cx="107115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602106" y="5020355"/>
            <a:ext cx="1408339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Conv</a:t>
            </a:r>
            <a:r>
              <a:rPr lang="en-US" dirty="0" smtClean="0"/>
              <a:t> + ReLU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396343" y="5020355"/>
            <a:ext cx="1614352" cy="4572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Dwise</a:t>
            </a:r>
            <a:r>
              <a:rPr lang="en-US" dirty="0" smtClean="0"/>
              <a:t> + ReLU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93599" y="5019130"/>
            <a:ext cx="1532709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Conv</a:t>
            </a:r>
            <a:r>
              <a:rPr lang="en-US" dirty="0" smtClean="0"/>
              <a:t> + Linear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7309212" y="4948916"/>
            <a:ext cx="627018" cy="5957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11" name="Arc 10"/>
          <p:cNvSpPr/>
          <p:nvPr/>
        </p:nvSpPr>
        <p:spPr>
          <a:xfrm>
            <a:off x="1166945" y="4285889"/>
            <a:ext cx="6892837" cy="2978330"/>
          </a:xfrm>
          <a:prstGeom prst="arc">
            <a:avLst>
              <a:gd name="adj1" fmla="val 11404063"/>
              <a:gd name="adj2" fmla="val 20727212"/>
            </a:avLst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6" idx="3"/>
          </p:cNvCxnSpPr>
          <p:nvPr/>
        </p:nvCxnSpPr>
        <p:spPr>
          <a:xfrm flipV="1">
            <a:off x="1386842" y="5251269"/>
            <a:ext cx="215264" cy="1465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013439" y="5258594"/>
            <a:ext cx="382904" cy="276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010695" y="5265919"/>
            <a:ext cx="382904" cy="276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926308" y="5265919"/>
            <a:ext cx="382904" cy="276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02106" y="5695406"/>
            <a:ext cx="2512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Block-1: Stride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80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51" y="365125"/>
            <a:ext cx="6305550" cy="3000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878" y="3052763"/>
            <a:ext cx="66484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3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185928" y="2446071"/>
            <a:ext cx="2299064" cy="1867988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MobileNetV2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07" y="2734731"/>
            <a:ext cx="2312184" cy="13885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455791" y="3082831"/>
            <a:ext cx="1084217" cy="71845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Conv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566134" y="3055073"/>
            <a:ext cx="1593668" cy="82296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Batch Normalization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863867" y="2836935"/>
            <a:ext cx="1619794" cy="1157999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solidFill>
                  <a:schemeClr val="tx1"/>
                </a:solidFill>
              </a:rPr>
              <a:t>Global </a:t>
            </a:r>
            <a:r>
              <a:rPr lang="en-US" sz="1400" b="1" dirty="0" err="1" smtClean="0">
                <a:solidFill>
                  <a:schemeClr val="tx1"/>
                </a:solidFill>
              </a:rPr>
              <a:t>Avg</a:t>
            </a:r>
            <a:r>
              <a:rPr lang="en-US" sz="1400" b="1" dirty="0" smtClean="0">
                <a:solidFill>
                  <a:schemeClr val="tx1"/>
                </a:solidFill>
              </a:rPr>
              <a:t> Pooling</a:t>
            </a:r>
          </a:p>
          <a:p>
            <a:r>
              <a:rPr lang="en-US" sz="1400" b="1" dirty="0" smtClean="0">
                <a:solidFill>
                  <a:schemeClr val="tx1"/>
                </a:solidFill>
              </a:rPr>
              <a:t>Dense1</a:t>
            </a:r>
          </a:p>
          <a:p>
            <a:r>
              <a:rPr lang="en-US" sz="1400" b="1" dirty="0" smtClean="0">
                <a:solidFill>
                  <a:schemeClr val="tx1"/>
                </a:solidFill>
              </a:rPr>
              <a:t>Dense 2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10" name="Elbow Connector 9"/>
          <p:cNvCxnSpPr>
            <a:stCxn id="8" idx="3"/>
          </p:cNvCxnSpPr>
          <p:nvPr/>
        </p:nvCxnSpPr>
        <p:spPr>
          <a:xfrm flipV="1">
            <a:off x="9483661" y="2481942"/>
            <a:ext cx="261258" cy="933993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9744919" y="2481942"/>
            <a:ext cx="626989" cy="1306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744919" y="3442060"/>
            <a:ext cx="0" cy="92093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9744919" y="4349931"/>
            <a:ext cx="626989" cy="1306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1908" y="1834693"/>
            <a:ext cx="1254349" cy="136549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1908" y="3698420"/>
            <a:ext cx="1254349" cy="130302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0467" y="1420494"/>
            <a:ext cx="2011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Normal Bone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0280467" y="5089522"/>
            <a:ext cx="1672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Fractured Bone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865435" y="2467603"/>
            <a:ext cx="842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Input</a:t>
            </a:r>
            <a:endParaRPr lang="en-US" b="1" dirty="0"/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7510757" y="3442060"/>
            <a:ext cx="327359" cy="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57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29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S.A COMPUTER</dc:creator>
  <cp:lastModifiedBy>S.A COMPUTER</cp:lastModifiedBy>
  <cp:revision>6</cp:revision>
  <dcterms:created xsi:type="dcterms:W3CDTF">2026-05-01T05:37:01Z</dcterms:created>
  <dcterms:modified xsi:type="dcterms:W3CDTF">2026-05-01T06:30:59Z</dcterms:modified>
</cp:coreProperties>
</file>